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7f19e60119f402d" /><Relationship Type="http://schemas.openxmlformats.org/package/2006/relationships/metadata/core-properties" Target="/docProps/core.xml" Id="R6dec4d323aea491a" /><Relationship Type="http://schemas.openxmlformats.org/officeDocument/2006/relationships/extended-properties" Target="/docProps/app.xml" Id="R2261d3caf34e469c" /><Relationship Type="http://schemas.openxmlformats.org/officeDocument/2006/relationships/custom-properties" Target="/docProps/custom.xml" Id="Rfd774fd0633346c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2c3fb3b1568410b"/>
    <p:sldId id="257" r:id="R1bb02cfda2714207"/>
    <p:sldId id="258" r:id="R6802936de084447c"/>
    <p:sldId id="259" r:id="R035119dc4c8b4fab"/>
    <p:sldId id="260" r:id="Rfcaa48eb6a41418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2c3fb3b1568410b" /><Relationship Type="http://schemas.openxmlformats.org/officeDocument/2006/relationships/slide" Target="/ppt/slides/slide2.xml" Id="R1bb02cfda2714207" /><Relationship Type="http://schemas.openxmlformats.org/officeDocument/2006/relationships/slide" Target="/ppt/slides/slide3.xml" Id="R6802936de084447c" /><Relationship Type="http://schemas.openxmlformats.org/officeDocument/2006/relationships/slide" Target="/ppt/slides/slide4.xml" Id="R035119dc4c8b4fab" /><Relationship Type="http://schemas.openxmlformats.org/officeDocument/2006/relationships/slide" Target="/ppt/slides/slide5.xml" Id="Rfcaa48eb6a41418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4f8ea4beb4f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536d1218c45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28c41082341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2f81535b747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05e2b3ac9475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558a02af252438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1edbd363e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70987d62d4b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943d50ea843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fef74aaec43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5088d95bc41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720000" y="187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1512000"/>
            <a:ext cx="43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0E7C7B"/>
                </a:solidFill>
                <a:latin typeface="Consolas"/>
                <a:ea typeface="Consolas"/>
              </a:rPr>
              <a:t>KICKOFF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720000" y="201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F2933"/>
                </a:solidFill>
                <a:latin typeface="Calibri"/>
                <a:ea typeface="Calibri"/>
              </a:rPr>
              <a:t>Project Kickoff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720000" y="324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7B8794"/>
                </a:solidFill>
                <a:latin typeface="Calibri"/>
                <a:ea typeface="Calibri"/>
              </a:rPr>
              <a:t>Project · Date · Sponsor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B8794"/>
                </a:solidFill>
                <a:latin typeface="Consolas"/>
                <a:ea typeface="Consolas"/>
              </a:rPr>
              <a:t>01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  <a:latin typeface="Calibri"/>
                <a:ea typeface="Calibri"/>
              </a:rPr>
              <a:t>Why This Project</a:t>
            </a:r>
          </a:p>
        </p:txBody>
      </p:sp>
      <p:sp>
        <p:nvSpPr>
          <p:cNvPr id="100009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7B8794"/>
                </a:solidFill>
                <a:latin typeface="Calibri"/>
                <a:ea typeface="Calibri"/>
              </a:rPr>
              <a:t>The problem, the cost of doing nothing, the opportunity.</a:t>
            </a:r>
          </a:p>
        </p:txBody>
      </p:sp>
      <p:sp>
        <p:nvSpPr>
          <p:cNvPr id="100010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B8794"/>
                </a:solidFill>
                <a:latin typeface="Consolas"/>
                <a:ea typeface="Consolas"/>
              </a:rPr>
              <a:t>02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1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  <a:latin typeface="Calibri"/>
                <a:ea typeface="Calibri"/>
              </a:rPr>
              <a:t>Scope &amp; Deliverables</a:t>
            </a:r>
          </a:p>
        </p:txBody>
      </p:sp>
      <p:sp>
        <p:nvSpPr>
          <p:cNvPr id="100014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7B8794"/>
                </a:solidFill>
                <a:latin typeface="Calibri"/>
                <a:ea typeface="Calibri"/>
              </a:rPr>
              <a:t>In scope / out of scope. Deliverables with acceptance criteria.</a:t>
            </a:r>
          </a:p>
        </p:txBody>
      </p:sp>
      <p:sp>
        <p:nvSpPr>
          <p:cNvPr id="100015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B8794"/>
                </a:solidFill>
                <a:latin typeface="Consolas"/>
                <a:ea typeface="Consolas"/>
              </a:rPr>
              <a:t>03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  <a:latin typeface="Calibri"/>
                <a:ea typeface="Calibri"/>
              </a:rPr>
              <a:t>Team &amp; Responsibilities</a:t>
            </a:r>
          </a:p>
        </p:txBody>
      </p:sp>
      <p:sp>
        <p:nvSpPr>
          <p:cNvPr id="100019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7B8794"/>
                </a:solidFill>
                <a:latin typeface="Calibri"/>
                <a:ea typeface="Calibri"/>
              </a:rPr>
              <a:t>Roles, owners, decision rights (RACI-style).</a:t>
            </a:r>
          </a:p>
        </p:txBody>
      </p:sp>
      <p:sp>
        <p:nvSpPr>
          <p:cNvPr id="100020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B8794"/>
                </a:solidFill>
                <a:latin typeface="Consolas"/>
                <a:ea typeface="Consolas"/>
              </a:rPr>
              <a:t>04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1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F2933"/>
                </a:solidFill>
                <a:latin typeface="Calibri"/>
                <a:ea typeface="Calibri"/>
              </a:rPr>
              <a:t>Timeline &amp; Milestones</a:t>
            </a:r>
          </a:p>
        </p:txBody>
      </p:sp>
      <p:sp>
        <p:nvSpPr>
          <p:cNvPr id="100024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7B8794"/>
                </a:solidFill>
                <a:latin typeface="Calibri"/>
                <a:ea typeface="Calibri"/>
              </a:rPr>
              <a:t>Phases with dates. One milestone per phase.</a:t>
            </a:r>
          </a:p>
        </p:txBody>
      </p:sp>
      <p:sp>
        <p:nvSpPr>
          <p:cNvPr id="100025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B8794"/>
                </a:solidFill>
                <a:latin typeface="Consolas"/>
                <a:ea typeface="Consolas"/>
              </a:rPr>
              <a:t>05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OfficeCLI/1.0.140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2026-07-22T08:04:31Z</dcterms:created>
  <cp:lastModifiedBy>OfficeCLI</cp:lastModifiedBy>
  <dcterms:modified xsi:type="dcterms:W3CDTF">2026-07-22T08:04:31Z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1.0.140</vt:lpwstr>
  </op:property>
  <op:property fmtid="{D5CDD505-2E9C-101B-9397-08002B2CF9AE}" pid="3" name="OfficeCLI.LastModified">
    <vt:lpwstr xmlns:vt="http://schemas.openxmlformats.org/officeDocument/2006/docPropsVTypes">2026-07-22T08:04:32Z</vt:lpwstr>
  </op:property>
</op:Properties>
</file>