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a47f65331d94b1d" /><Relationship Type="http://schemas.openxmlformats.org/package/2006/relationships/metadata/core-properties" Target="/docProps/core.xml" Id="Rc34ce7d783f14cd6" /><Relationship Type="http://schemas.openxmlformats.org/officeDocument/2006/relationships/extended-properties" Target="/docProps/app.xml" Id="R4865dc24e4e545d5" /><Relationship Type="http://schemas.openxmlformats.org/officeDocument/2006/relationships/custom-properties" Target="/docProps/custom.xml" Id="R2d724f57982f47d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b1d927e436f4ee5"/>
    <p:sldId id="257" r:id="Re17c829f530e4f12"/>
    <p:sldId id="258" r:id="R772545051ec0424e"/>
    <p:sldId id="259" r:id="Rbca8fb1a40b94211"/>
    <p:sldId id="260" r:id="R5adecda4ab16465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b1d927e436f4ee5" /><Relationship Type="http://schemas.openxmlformats.org/officeDocument/2006/relationships/slide" Target="/ppt/slides/slide2.xml" Id="Re17c829f530e4f12" /><Relationship Type="http://schemas.openxmlformats.org/officeDocument/2006/relationships/slide" Target="/ppt/slides/slide3.xml" Id="R772545051ec0424e" /><Relationship Type="http://schemas.openxmlformats.org/officeDocument/2006/relationships/slide" Target="/ppt/slides/slide4.xml" Id="Rbca8fb1a40b94211" /><Relationship Type="http://schemas.openxmlformats.org/officeDocument/2006/relationships/slide" Target="/ppt/slides/slide5.xml" Id="R5adecda4ab16465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d1180db2b442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31b2a0aeb64f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4e403b8e644c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ea499e6ab4e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f03cfd75e41e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a082a24c04f439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430012bf54a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5740a3e0249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88b5e361c42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e0c2b0471418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a5fe9fb1042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720000" y="187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TextBox 3"/>
          <p:cNvSpPr txBox="1"/>
          <p:nvPr/>
        </p:nvSpPr>
        <p:spPr>
          <a:xfrm xmlns:a="http://schemas.openxmlformats.org/drawingml/2006/main">
            <a:off x="720000" y="1512000"/>
            <a:ext cx="43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F2A33C"/>
                </a:solidFill>
                <a:latin typeface="Consolas"/>
                <a:ea typeface="Consolas"/>
              </a:rPr>
              <a:t>CONFIDENTIAL</a:t>
            </a:r>
          </a:p>
        </p:txBody>
      </p:sp>
      <p:sp>
        <p:nvSpPr>
          <p:cNvPr id="100003" name="TextBox 4"/>
          <p:cNvSpPr txBox="1"/>
          <p:nvPr/>
        </p:nvSpPr>
        <p:spPr>
          <a:xfrm xmlns:a="http://schemas.openxmlformats.org/drawingml/2006/main">
            <a:off x="720000" y="201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  <a:latin typeface="Calibri"/>
                <a:ea typeface="Calibri"/>
              </a:rPr>
              <a:t>Quarterly Business Review</a:t>
            </a:r>
          </a:p>
        </p:txBody>
      </p:sp>
      <p:sp>
        <p:nvSpPr>
          <p:cNvPr id="100004" name="TextBox 5"/>
          <p:cNvSpPr txBox="1"/>
          <p:nvPr/>
        </p:nvSpPr>
        <p:spPr>
          <a:xfrm xmlns:a="http://schemas.openxmlformats.org/drawingml/2006/main">
            <a:off x="720000" y="324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9DB0C9"/>
                </a:solidFill>
                <a:latin typeface="Calibri"/>
                <a:ea typeface="Calibri"/>
              </a:rPr>
              <a:t>Company · Quarter · Presenter</a:t>
            </a:r>
          </a:p>
        </p:txBody>
      </p:sp>
      <p:sp>
        <p:nvSpPr>
          <p:cNvPr id="100005" name="TextBox 6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9DB0C9"/>
                </a:solidFill>
                <a:latin typeface="Consolas"/>
                <a:ea typeface="Consolas"/>
              </a:rPr>
              <a:t>01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7" name="TextBox 2"/>
          <p:cNvSpPr/>
          <p:nvPr/>
        </p:nvSpPr>
        <p:spPr>
          <a:xfrm xmlns:a="http://schemas.openxmlformats.org/drawingml/2006/main">
            <a:off x="720000" y="79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8" name="TextBox 3"/>
          <p:cNvSpPr txBox="1"/>
          <p:nvPr/>
        </p:nvSpPr>
        <p:spPr>
          <a:xfrm xmlns:a="http://schemas.openxmlformats.org/drawingml/2006/main">
            <a:off x="720000" y="93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Executive Summary</a:t>
            </a:r>
          </a:p>
        </p:txBody>
      </p:sp>
      <p:sp>
        <p:nvSpPr>
          <p:cNvPr id="100009" name="TextBox 4"/>
          <p:cNvSpPr txBox="1"/>
          <p:nvPr/>
        </p:nvSpPr>
        <p:spPr>
          <a:xfrm xmlns:a="http://schemas.openxmlformats.org/drawingml/2006/main">
            <a:off x="720000" y="216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9DB0C9"/>
                </a:solidFill>
                <a:latin typeface="Calibri"/>
                <a:ea typeface="Calibri"/>
              </a:rPr>
              <a:t>Three sentences on performance, drivers and outlook.</a:t>
            </a:r>
          </a:p>
        </p:txBody>
      </p:sp>
      <p:sp>
        <p:nvSpPr>
          <p:cNvPr id="100010" name="TextBox 5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9DB0C9"/>
                </a:solidFill>
                <a:latin typeface="Consolas"/>
                <a:ea typeface="Consolas"/>
              </a:rPr>
              <a:t>02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1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2" name="TextBox 2"/>
          <p:cNvSpPr/>
          <p:nvPr/>
        </p:nvSpPr>
        <p:spPr>
          <a:xfrm xmlns:a="http://schemas.openxmlformats.org/drawingml/2006/main">
            <a:off x="720000" y="79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TextBox 3"/>
          <p:cNvSpPr txBox="1"/>
          <p:nvPr/>
        </p:nvSpPr>
        <p:spPr>
          <a:xfrm xmlns:a="http://schemas.openxmlformats.org/drawingml/2006/main">
            <a:off x="720000" y="93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KPI Scorecard</a:t>
            </a:r>
          </a:p>
        </p:txBody>
      </p:sp>
      <p:sp>
        <p:nvSpPr>
          <p:cNvPr id="100014" name="TextBox 4"/>
          <p:cNvSpPr txBox="1"/>
          <p:nvPr/>
        </p:nvSpPr>
        <p:spPr>
          <a:xfrm xmlns:a="http://schemas.openxmlformats.org/drawingml/2006/main">
            <a:off x="720000" y="216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9DB0C9"/>
                </a:solidFill>
                <a:latin typeface="Calibri"/>
                <a:ea typeface="Calibri"/>
              </a:rPr>
              <a:t>Revenue · Margin · NRR · Headcount (replace with a 4-stat row).</a:t>
            </a:r>
          </a:p>
        </p:txBody>
      </p:sp>
      <p:sp>
        <p:nvSpPr>
          <p:cNvPr id="100015" name="TextBox 5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9DB0C9"/>
                </a:solidFill>
                <a:latin typeface="Consolas"/>
                <a:ea typeface="Consolas"/>
              </a:rPr>
              <a:t>03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6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7" name="TextBox 2"/>
          <p:cNvSpPr/>
          <p:nvPr/>
        </p:nvSpPr>
        <p:spPr>
          <a:xfrm xmlns:a="http://schemas.openxmlformats.org/drawingml/2006/main">
            <a:off x="720000" y="79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TextBox 3"/>
          <p:cNvSpPr txBox="1"/>
          <p:nvPr/>
        </p:nvSpPr>
        <p:spPr>
          <a:xfrm xmlns:a="http://schemas.openxmlformats.org/drawingml/2006/main">
            <a:off x="720000" y="93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Segment Results</a:t>
            </a:r>
          </a:p>
        </p:txBody>
      </p:sp>
      <p:sp>
        <p:nvSpPr>
          <p:cNvPr id="100019" name="TextBox 4"/>
          <p:cNvSpPr txBox="1"/>
          <p:nvPr/>
        </p:nvSpPr>
        <p:spPr>
          <a:xfrm xmlns:a="http://schemas.openxmlformats.org/drawingml/2006/main">
            <a:off x="720000" y="216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9DB0C9"/>
                </a:solidFill>
                <a:latin typeface="Calibri"/>
                <a:ea typeface="Calibri"/>
              </a:rPr>
              <a:t>One segment per block: result, driver, action.</a:t>
            </a:r>
          </a:p>
        </p:txBody>
      </p:sp>
      <p:sp>
        <p:nvSpPr>
          <p:cNvPr id="100020" name="TextBox 5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9DB0C9"/>
                </a:solidFill>
                <a:latin typeface="Consolas"/>
                <a:ea typeface="Consolas"/>
              </a:rPr>
              <a:t>04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1" name="TextBox 1"/>
          <p:cNvSpPr/>
          <p:nvPr/>
        </p:nvSpPr>
        <p:spPr>
          <a:xfrm xmlns:a="http://schemas.openxmlformats.org/drawingml/2006/main">
            <a:off x="0" y="0"/>
            <a:ext cx="1219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TextBox 2"/>
          <p:cNvSpPr/>
          <p:nvPr/>
        </p:nvSpPr>
        <p:spPr>
          <a:xfrm xmlns:a="http://schemas.openxmlformats.org/drawingml/2006/main">
            <a:off x="720000" y="792000"/>
            <a:ext cx="2880000" cy="6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TextBox 3"/>
          <p:cNvSpPr txBox="1"/>
          <p:nvPr/>
        </p:nvSpPr>
        <p:spPr>
          <a:xfrm xmlns:a="http://schemas.openxmlformats.org/drawingml/2006/main">
            <a:off x="720000" y="936000"/>
            <a:ext cx="10080000" cy="108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Priorities &amp; Decisions</a:t>
            </a:r>
          </a:p>
        </p:txBody>
      </p:sp>
      <p:sp>
        <p:nvSpPr>
          <p:cNvPr id="100024" name="TextBox 4"/>
          <p:cNvSpPr txBox="1"/>
          <p:nvPr/>
        </p:nvSpPr>
        <p:spPr>
          <a:xfrm xmlns:a="http://schemas.openxmlformats.org/drawingml/2006/main">
            <a:off x="720000" y="2160000"/>
            <a:ext cx="9360000" cy="21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9DB0C9"/>
                </a:solidFill>
                <a:latin typeface="Calibri"/>
                <a:ea typeface="Calibri"/>
              </a:rPr>
              <a:t>Max three priorities. Each with an owner and a date.</a:t>
            </a:r>
          </a:p>
        </p:txBody>
      </p:sp>
      <p:sp>
        <p:nvSpPr>
          <p:cNvPr id="100025" name="TextBox 5"/>
          <p:cNvSpPr txBox="1"/>
          <p:nvPr/>
        </p:nvSpPr>
        <p:spPr>
          <a:xfrm xmlns:a="http://schemas.openxmlformats.org/drawingml/2006/main">
            <a:off x="11160000" y="6336000"/>
            <a:ext cx="720000" cy="36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9DB0C9"/>
                </a:solidFill>
                <a:latin typeface="Consolas"/>
                <a:ea typeface="Consolas"/>
              </a:rPr>
              <a:t>05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OfficeCLI/1.0.140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2026-07-22T08:04:29Z</dcterms:created>
  <cp:lastModifiedBy>OfficeCLI</cp:lastModifiedBy>
  <dcterms:modified xsi:type="dcterms:W3CDTF">2026-07-22T08:04:29Z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1.0.140</vt:lpwstr>
  </op:property>
  <op:property fmtid="{D5CDD505-2E9C-101B-9397-08002B2CF9AE}" pid="3" name="OfficeCLI.LastModified">
    <vt:lpwstr xmlns:vt="http://schemas.openxmlformats.org/officeDocument/2006/docPropsVTypes">2026-07-22T08:04:30Z</vt:lpwstr>
  </op:property>
</op:Properties>
</file>